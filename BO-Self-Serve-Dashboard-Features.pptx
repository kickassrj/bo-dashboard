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 Self Serve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28800" y="3017520"/>
            <a:ext cx="85313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 walkthrough of every feature — how it works,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shows, and the value it delivers to supply chain teams.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&amp; Anomaly Detection  ·  5 Core Features  ·  Zero SAP Access Required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SCREEN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  Dashboard Landing Page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clean, card-based home screen that gives users one-click access to every capability.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5 feature cards with clear descriptions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Upload badge shows file readiness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Intuitive icons for instant recognition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Supply chain branded color theme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Works on desktop and tablet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457200"/>
            <a:ext cx="6858000" cy="566928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 SAP Input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4 SAP Excel exports — EDIDC, MSEG, EKES, and RSN — individually or all at once.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Bulk upload with auto file-type detection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Row counts shown per file (e.g. 7,368 rows)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Background parsing via Web Worker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DRM-protected file detection with guidance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Replace or remove files at any time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Data persists across page refreshes (IndexedDB)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365760"/>
            <a:ext cx="6858000" cy="585216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BOR &amp; GR Message Status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all IDoc records from EDIDC with full status descriptions, sortable columns, and a real-time text filter.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Full table of 1,000+ IDoc records at a glance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Click any column header to sort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Filter by Message Type, IDoc Number, or Status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Human-readable status descriptions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EDI Archive Key visible for CID cross-reference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74320"/>
            <a:ext cx="6858000" cy="621792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🔎  CID Processing Status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up any Correlation ID (EDI Archive Key) to instantly find its IDoc number, processing status, and creation date.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Paste a CID and hit Search — results in ms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Sample CIDs from uploaded data as clickable buttons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Shows all matching records for the same CID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Color-coded result rows for quick scanning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2743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— Sample CIDs from uploaded data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548640"/>
            <a:ext cx="6858000" cy="25603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333756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— Search result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611880"/>
            <a:ext cx="6858000" cy="256032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RSN Status Verification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whether Return Service Notification numbers have been successfully received into SAP ECC.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Enter RSNs comma-separated or one per line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Sample RSN values shown as clickable buttons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Clear "found in SAP ECC" confirmation badge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Batch check multiple RSNs simultaneously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2743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— Sample RSNs from uploaded data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548640"/>
            <a:ext cx="6858000" cy="25603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0" y="333756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— Verification result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611880"/>
            <a:ext cx="6858000" cy="256032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BOR / GR Mismatch Detection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compares every EKES (BOR) record against MSEG (Goods Receipt) data and flags mismatches.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All 7,000+ records compared automatically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Green rows = "BOR and GR are in sync"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Red rows = "BOR FG and GR Mismatch"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Filter buttons: All / Mismatches / In Sync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Search by BO number or PID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Material Document column for traceability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74320"/>
            <a:ext cx="6858000" cy="621792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Features, One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103120" cy="4389120"/>
          </a:xfrm>
          <a:prstGeom prst="roundRect">
            <a:avLst>
              <a:gd name="adj" fmla="val 6522"/>
            </a:avLst>
          </a:prstGeom>
          <a:solidFill>
            <a:srgbClr val="F0F4F5"/>
          </a:solidFill>
          <a:ln w="12700">
            <a:solidFill>
              <a:srgbClr val="D0D8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Input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4747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upload 4 Excel files with auto-detection. Web Worker parsing. IndexedDB persistence.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554480"/>
            <a:ext cx="2103120" cy="4389120"/>
          </a:xfrm>
          <a:prstGeom prst="roundRect">
            <a:avLst>
              <a:gd name="adj" fmla="val 6522"/>
            </a:avLst>
          </a:prstGeom>
          <a:solidFill>
            <a:srgbClr val="F0F4F5"/>
          </a:solidFill>
          <a:ln w="12700">
            <a:solidFill>
              <a:srgbClr val="D0D8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7373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80360" y="2560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 &amp; GR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Status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0360" y="34747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IDoc table with sorting, filtering, and human-readable status descriptions.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2103120" cy="4389120"/>
          </a:xfrm>
          <a:prstGeom prst="roundRect">
            <a:avLst>
              <a:gd name="adj" fmla="val 6522"/>
            </a:avLst>
          </a:prstGeom>
          <a:solidFill>
            <a:srgbClr val="F0F4F5"/>
          </a:solidFill>
          <a:ln w="12700">
            <a:solidFill>
              <a:srgbClr val="D0D8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373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🔎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166360" y="2560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CID Processing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66360" y="34747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CID lookup with sample data buttons and multi-record results.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554480"/>
            <a:ext cx="2103120" cy="4389120"/>
          </a:xfrm>
          <a:prstGeom prst="roundRect">
            <a:avLst>
              <a:gd name="adj" fmla="val 6522"/>
            </a:avLst>
          </a:prstGeom>
          <a:solidFill>
            <a:srgbClr val="F0F4F5"/>
          </a:solidFill>
          <a:ln w="12700">
            <a:solidFill>
              <a:srgbClr val="D0D8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7373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452360" y="2560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RSN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52360" y="34747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RSN verification against SAP ECC with clear pass/fail indicators.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1554480"/>
            <a:ext cx="2103120" cy="4389120"/>
          </a:xfrm>
          <a:prstGeom prst="roundRect">
            <a:avLst>
              <a:gd name="adj" fmla="val 6522"/>
            </a:avLst>
          </a:prstGeom>
          <a:solidFill>
            <a:srgbClr val="F0F4F5"/>
          </a:solidFill>
          <a:ln w="12700">
            <a:solidFill>
              <a:srgbClr val="D0D8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1737360"/>
            <a:ext cx="2103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738360" y="2560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 / GR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6B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Mismatch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38360" y="34747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Auto-compare all EKES vs MSEG. Green/red row coloring for anomaly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6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Means for the Team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1A3344"/>
          </a:solidFill>
          <a:ln w="12700">
            <a:solidFill>
              <a:srgbClr val="2A5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DD9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logins needed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status checks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1A3344"/>
          </a:solidFill>
          <a:ln w="12700">
            <a:solidFill>
              <a:srgbClr val="2A55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37744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DD9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429000" y="356616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Reduction in manual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lookup 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1A3344"/>
          </a:solidFill>
          <a:ln w="12700">
            <a:solidFill>
              <a:srgbClr val="2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37744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DD9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7K+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09360" y="356616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compared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89720" y="2011680"/>
            <a:ext cx="2606040" cy="3200400"/>
          </a:xfrm>
          <a:prstGeom prst="roundRect">
            <a:avLst>
              <a:gd name="adj" fmla="val 5263"/>
            </a:avLst>
          </a:prstGeom>
          <a:solidFill>
            <a:srgbClr val="1A3344"/>
          </a:solidFill>
          <a:ln w="12700">
            <a:solidFill>
              <a:srgbClr val="2A55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237744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DD9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89720" y="356616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to see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5486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>
                    <a:alpha val="5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stays in the browser — nothing leaves the user's machine.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>
                    <a:alpha val="5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client-side, zero infrastructure cost.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6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>
                    <a:alpha val="6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Try It?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28800" y="3474720"/>
            <a:ext cx="85313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your SAP exports and start getting answers in seconds —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SAP access, no waiting, no dependencies on other teams.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0292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5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React  ·  Runs in Any Browser  ·  100% Client-Side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 Self Serve Dashboard — Feature Walkthrough</dc:title>
  <dc:subject>PptxGenJS Presentation</dc:subject>
  <dc:creator>Supply Chain Operations</dc:creator>
  <cp:lastModifiedBy>Supply Chain Operations</cp:lastModifiedBy>
  <cp:revision>1</cp:revision>
  <dcterms:created xsi:type="dcterms:W3CDTF">2026-04-14T13:17:22Z</dcterms:created>
  <dcterms:modified xsi:type="dcterms:W3CDTF">2026-04-14T13:17:22Z</dcterms:modified>
</cp:coreProperties>
</file>